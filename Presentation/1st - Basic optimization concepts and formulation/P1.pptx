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42853"/>
            <a:ext cx="18284428" cy="10199284"/>
            <a:chOff x="0" y="0"/>
            <a:chExt cx="24379238" cy="1359904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301" cy="13599033"/>
            </a:xfrm>
            <a:custGeom>
              <a:avLst/>
              <a:gdLst/>
              <a:ahLst/>
              <a:cxnLst/>
              <a:rect r="r" b="b" t="t" l="l"/>
              <a:pathLst>
                <a:path h="13599033" w="24379301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" r="0" b="-29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DAHEStGwu-k</dc:identifier>
  <dcterms:modified xsi:type="dcterms:W3CDTF">2011-08-01T06:04:30Z</dcterms:modified>
  <cp:revision>1</cp:revision>
</cp:coreProperties>
</file>